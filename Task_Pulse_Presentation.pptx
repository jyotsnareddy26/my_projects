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1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4934" y="589613"/>
            <a:ext cx="7772400" cy="1259174"/>
          </a:xfrm>
        </p:spPr>
        <p:txBody>
          <a:bodyPr>
            <a:normAutofit fontScale="90000"/>
          </a:bodyPr>
          <a:lstStyle/>
          <a:p>
            <a:r>
              <a:rPr sz="7300" b="1" dirty="0">
                <a:solidFill>
                  <a:schemeClr val="bg1"/>
                </a:solidFill>
                <a:latin typeface="Algerian" panose="04020705040A02060702" pitchFamily="82" charset="0"/>
              </a:rPr>
              <a:t>Task</a:t>
            </a:r>
            <a:r>
              <a:rPr lang="en-GB" sz="7300" dirty="0">
                <a:latin typeface="Algerian" panose="04020705040A02060702" pitchFamily="82" charset="0"/>
              </a:rPr>
              <a:t>-</a:t>
            </a:r>
            <a:r>
              <a:rPr sz="7300" dirty="0">
                <a:latin typeface="Algerian" panose="04020705040A02060702" pitchFamily="82" charset="0"/>
              </a:rPr>
              <a:t> </a:t>
            </a:r>
            <a:r>
              <a:rPr sz="7300" dirty="0">
                <a:solidFill>
                  <a:srgbClr val="FF0000"/>
                </a:solidFill>
                <a:latin typeface="Stencil" panose="040409050D0802020404" pitchFamily="82" charset="0"/>
              </a:rPr>
              <a:t>Pulse </a:t>
            </a:r>
            <a:br>
              <a:rPr lang="en-GB" dirty="0"/>
            </a:br>
            <a:endParaRPr sz="1800" i="1" dirty="0">
              <a:solidFill>
                <a:schemeClr val="accent5">
                  <a:lumMod val="60000"/>
                  <a:lumOff val="4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42092" y="2631571"/>
            <a:ext cx="6400800" cy="3060492"/>
          </a:xfrm>
        </p:spPr>
        <p:txBody>
          <a:bodyPr>
            <a:normAutofit fontScale="55000" lnSpcReduction="20000"/>
          </a:bodyPr>
          <a:lstStyle/>
          <a:p>
            <a:r>
              <a:rPr sz="51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Presented by:</a:t>
            </a:r>
            <a:r>
              <a:rPr lang="en-GB" sz="5100" dirty="0">
                <a:ln w="0"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Team-3</a:t>
            </a:r>
          </a:p>
          <a:p>
            <a:endParaRPr lang="en-GB" sz="5100" dirty="0">
              <a:ln w="0">
                <a:solidFill>
                  <a:schemeClr val="bg1">
                    <a:lumMod val="95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GB" b="1" dirty="0">
                <a:solidFill>
                  <a:schemeClr val="bg1"/>
                </a:solidFill>
              </a:rPr>
              <a:t>Jyotsna Sai Surekha -23p31a4441</a:t>
            </a:r>
          </a:p>
          <a:p>
            <a:r>
              <a:rPr lang="en-GB" b="1" dirty="0">
                <a:solidFill>
                  <a:schemeClr val="bg1"/>
                </a:solidFill>
              </a:rPr>
              <a:t>Madatala Chaitanya-23mhla4434</a:t>
            </a:r>
          </a:p>
          <a:p>
            <a:r>
              <a:rPr lang="en-GB" b="1" dirty="0">
                <a:solidFill>
                  <a:schemeClr val="bg1"/>
                </a:solidFill>
              </a:rPr>
              <a:t>Pilli Mounika Sai Sruthi-24p35a4225</a:t>
            </a:r>
          </a:p>
          <a:p>
            <a:r>
              <a:rPr lang="en-GB" b="1" dirty="0">
                <a:solidFill>
                  <a:schemeClr val="bg1"/>
                </a:solidFill>
              </a:rPr>
              <a:t>Sathi Mahalakshmi-23p31a1226</a:t>
            </a:r>
          </a:p>
          <a:p>
            <a:r>
              <a:rPr lang="en-GB" b="1" dirty="0">
                <a:solidFill>
                  <a:schemeClr val="bg1"/>
                </a:solidFill>
              </a:rPr>
              <a:t>Katta LakshmiPriya-23a91a4429</a:t>
            </a:r>
          </a:p>
          <a:p>
            <a:r>
              <a:rPr lang="en-GB" b="1" dirty="0">
                <a:solidFill>
                  <a:schemeClr val="bg1"/>
                </a:solidFill>
              </a:rPr>
              <a:t>Vanakala Likitha-23a91a4465</a:t>
            </a:r>
          </a:p>
          <a:p>
            <a:endParaRPr dirty="0"/>
          </a:p>
          <a:p>
            <a:r>
              <a:rPr dirty="0"/>
              <a:t>Date: [Presentation Date]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5613A-0854-9BB3-EF9B-353C8BC2BB0A}"/>
              </a:ext>
            </a:extLst>
          </p:cNvPr>
          <p:cNvSpPr txBox="1"/>
          <p:nvPr/>
        </p:nvSpPr>
        <p:spPr>
          <a:xfrm>
            <a:off x="4051561" y="1529848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– </a:t>
            </a:r>
            <a:r>
              <a:rPr lang="en-GB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Task Tracker and Status Reporting</a:t>
            </a:r>
            <a:endParaRPr lang="en-IN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48C92D-814E-08ED-C347-4AFB38F96D2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702570" y="1139253"/>
            <a:ext cx="5441430" cy="57187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B94AA-9590-9E37-B496-4F91EF620C5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86461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Agenda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A70672-1C31-A905-7373-4E81F9E16A9F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Project Overview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Objectives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Key Features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System Architecture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Tools &amp; Technologies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Workflow Demonstration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Reporting Capabilities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Benefits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Future Scope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1418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2D9B3-F491-5468-976F-ED3C1359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E055-05BB-348A-66BA-AA84D851EF5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940F9-5C35-81F4-22E5-096941734CF8}"/>
              </a:ext>
            </a:extLst>
          </p:cNvPr>
          <p:cNvSpPr txBox="1">
            <a:spLocks/>
          </p:cNvSpPr>
          <p:nvPr/>
        </p:nvSpPr>
        <p:spPr>
          <a:xfrm>
            <a:off x="284812" y="1417638"/>
            <a:ext cx="8401987" cy="47085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bg1"/>
                </a:solidFill>
                <a:latin typeface="Algerian" panose="04020705040A02060702" pitchFamily="82" charset="0"/>
              </a:rPr>
              <a:t>Task-</a:t>
            </a:r>
            <a:r>
              <a:rPr lang="en-GB" b="1" dirty="0">
                <a:solidFill>
                  <a:srgbClr val="FF0000"/>
                </a:solidFill>
                <a:latin typeface="Algerian" panose="04020705040A02060702" pitchFamily="82" charset="0"/>
              </a:rPr>
              <a:t>Pulse</a:t>
            </a:r>
            <a:r>
              <a:rPr lang="en-GB" sz="3600" b="1" dirty="0">
                <a:solidFill>
                  <a:srgbClr val="FF0000"/>
                </a:solidFill>
              </a:rPr>
              <a:t> 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is a centralized platform to track project tasks, statuses, owners, and deadlines,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and automate approvals for high-priority activities.</a:t>
            </a:r>
          </a:p>
          <a:p>
            <a:pPr marL="0" indent="0">
              <a:buNone/>
            </a:pPr>
            <a:endParaRPr lang="en-GB" sz="2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Why it’s needed:</a:t>
            </a:r>
          </a:p>
          <a:p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- Improve task visibility</a:t>
            </a:r>
          </a:p>
          <a:p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- Increase accountability</a:t>
            </a:r>
          </a:p>
          <a:p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- Enable performance tracking</a:t>
            </a:r>
          </a:p>
          <a:p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- It’s having Clean, modern interface</a:t>
            </a:r>
          </a:p>
          <a:p>
            <a:endParaRPr lang="en-GB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634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0C48E-A006-341A-9DB8-863902549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DFF8-276A-ADBF-2AA4-48A17C5F793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FB9C5-5BDF-AA69-E26A-92C103AA1328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Enable centralized task management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Improve real-time tracking and transparency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Automate status reporting and reminders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Facilitate inter-department collaboration</a:t>
            </a:r>
          </a:p>
        </p:txBody>
      </p:sp>
    </p:spTree>
    <p:extLst>
      <p:ext uri="{BB962C8B-B14F-4D97-AF65-F5344CB8AC3E}">
        <p14:creationId xmlns:p14="http://schemas.microsoft.com/office/powerpoint/2010/main" val="88977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93F6B-E8E4-403F-09E7-9FCD126B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502D-D708-76B6-CFE6-65E58B0A257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82C74-ABE0-76DD-49C4-ADEBF954B6FA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Task assignment &amp; due dates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Department-wise tracking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Priority &amp; approval status indicators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Automated reminders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Custom dashboards &amp; filters</a:t>
            </a:r>
          </a:p>
        </p:txBody>
      </p:sp>
    </p:spTree>
    <p:extLst>
      <p:ext uri="{BB962C8B-B14F-4D97-AF65-F5344CB8AC3E}">
        <p14:creationId xmlns:p14="http://schemas.microsoft.com/office/powerpoint/2010/main" val="521098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9B697-496B-7A2B-6708-F0D8A073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5CEF-1434-97CC-2D4E-D4318E5FA51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DC74-E0B6-85E1-061D-78C9FDFC40A8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Tools Used: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Microsoft Excel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SharePoint List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Power Automate</a:t>
            </a:r>
          </a:p>
          <a:p>
            <a:endParaRPr lang="en-GB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Flow: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1. Task entered in SharePoint List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2. Automated flows handle reminders and approvals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3. Status updated and synced</a:t>
            </a:r>
          </a:p>
        </p:txBody>
      </p:sp>
    </p:spTree>
    <p:extLst>
      <p:ext uri="{BB962C8B-B14F-4D97-AF65-F5344CB8AC3E}">
        <p14:creationId xmlns:p14="http://schemas.microsoft.com/office/powerpoint/2010/main" val="395036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78812-6916-2B29-2E36-A1D86C09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87BC-09E2-A8A2-6AF2-5B7A111E1D1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Workflow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4340-B731-AE29-124E-EFA0EB4920A2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Step 1: Task Entry in SharePoint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Step 2: Trigger Power Automate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Step 3: Send Approval (if high priority)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Step 4: Update Status &amp; Notify Owner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Step 5: Weekly Summary to Manager</a:t>
            </a:r>
          </a:p>
        </p:txBody>
      </p:sp>
    </p:spTree>
    <p:extLst>
      <p:ext uri="{BB962C8B-B14F-4D97-AF65-F5344CB8AC3E}">
        <p14:creationId xmlns:p14="http://schemas.microsoft.com/office/powerpoint/2010/main" val="381205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E1B88-6A15-F756-7390-383F7CAB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03465-3268-CB34-EEAE-B569DCC530EA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Reporting &amp; Dashboards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8F2DE-62B4-3C15-3DF5-000A0E0D485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Dashboards display:</a:t>
            </a:r>
          </a:p>
          <a:p>
            <a:r>
              <a:rPr lang="en-GB" dirty="0">
                <a:solidFill>
                  <a:schemeClr val="bg1"/>
                </a:solidFill>
              </a:rPr>
              <a:t>- Task status (Pending/In Progress/Completed)</a:t>
            </a:r>
          </a:p>
          <a:p>
            <a:r>
              <a:rPr lang="en-GB" dirty="0">
                <a:solidFill>
                  <a:schemeClr val="bg1"/>
                </a:solidFill>
              </a:rPr>
              <a:t>- Department-wise workload</a:t>
            </a:r>
          </a:p>
          <a:p>
            <a:r>
              <a:rPr lang="en-GB" dirty="0">
                <a:solidFill>
                  <a:schemeClr val="bg1"/>
                </a:solidFill>
              </a:rPr>
              <a:t>- Overdue tasks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Use pivot tables and charts</a:t>
            </a:r>
          </a:p>
        </p:txBody>
      </p:sp>
    </p:spTree>
    <p:extLst>
      <p:ext uri="{BB962C8B-B14F-4D97-AF65-F5344CB8AC3E}">
        <p14:creationId xmlns:p14="http://schemas.microsoft.com/office/powerpoint/2010/main" val="3092856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DACB0-5890-5437-A345-4859BCD5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5FD7-1974-E933-704D-B47F64A4E49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D99A0-ED32-BF58-57F6-301D666437C3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Increased visibility into project progress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Time-saving through automation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Reduced missed deadlines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Easy reporting to leadership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Scalable across departments</a:t>
            </a:r>
          </a:p>
        </p:txBody>
      </p:sp>
    </p:spTree>
    <p:extLst>
      <p:ext uri="{BB962C8B-B14F-4D97-AF65-F5344CB8AC3E}">
        <p14:creationId xmlns:p14="http://schemas.microsoft.com/office/powerpoint/2010/main" val="101145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55FA3-2613-8713-EF21-916660AA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2152-BAB7-A934-5B9A-3B8CB1BFCAC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0A85-0A94-EF67-F045-02D02AE0760A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Integration with Teams or Outlook Calendar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Advanced analytics via Power BI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Mobile task updates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- Task categorization by project phases</a:t>
            </a:r>
          </a:p>
        </p:txBody>
      </p:sp>
    </p:spTree>
    <p:extLst>
      <p:ext uri="{BB962C8B-B14F-4D97-AF65-F5344CB8AC3E}">
        <p14:creationId xmlns:p14="http://schemas.microsoft.com/office/powerpoint/2010/main" val="81010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B51BF-E757-5D3D-630B-25C56E64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2977-4255-CCA3-B111-35E4931B70A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7FE09-8DB8-D5E0-AE43-1DA2A72A2F5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2925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2482F-C9FC-6405-AB8A-A9730528E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9391-C696-CED8-8D68-E6274274D4A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C788A-FD8D-D6FF-6544-6248EB21991B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Thank you for your time!</a:t>
            </a:r>
          </a:p>
          <a:p>
            <a:endParaRPr lang="en-GB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[Your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1305109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335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ADLaM Display</vt:lpstr>
      <vt:lpstr>Algerian</vt:lpstr>
      <vt:lpstr>Arial</vt:lpstr>
      <vt:lpstr>Calibri</vt:lpstr>
      <vt:lpstr>Stencil</vt:lpstr>
      <vt:lpstr>Office Theme</vt:lpstr>
      <vt:lpstr>Task- Pulse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23P31A4441</cp:lastModifiedBy>
  <cp:revision>11</cp:revision>
  <dcterms:created xsi:type="dcterms:W3CDTF">2013-01-27T09:14:16Z</dcterms:created>
  <dcterms:modified xsi:type="dcterms:W3CDTF">2025-06-07T11:55:51Z</dcterms:modified>
  <cp:category/>
</cp:coreProperties>
</file>